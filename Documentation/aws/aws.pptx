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59" r:id="rId7"/>
    <p:sldId id="258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AE48A-608C-DFA5-E694-96CFE2693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A90B90-4770-B1BD-88D6-3C1836F003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C8E6C-87D5-78C5-8A9F-D2080805B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FF4A-B249-4367-89DC-172D1C004B7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F7E98-D244-9798-EF0C-4083A511A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279DE-75D2-2BCD-03F0-B44BEBE80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5102-1648-44A6-8086-B738AE21D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63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D65B8-67CF-20A8-DB77-B648BDB7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95FBB-7594-5EEA-1129-3F8AF270C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ECCE1-5CDD-E091-CA21-C892B9088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FF4A-B249-4367-89DC-172D1C004B7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10ED9-0E5D-32B2-90E1-ABEB54EE1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196BB-F2FE-C80D-4457-536DB639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5102-1648-44A6-8086-B738AE21D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930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A143D-75BE-2250-EB22-BCC81BAC1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FE2DF-2163-AA23-F18B-5DA5C436B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F0DCC-4074-0A0E-626F-16C571D6F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FF4A-B249-4367-89DC-172D1C004B7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ED120-17FC-655F-A6F1-5920FCF63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5A9D3-1A82-0085-5373-F7D146DBD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5102-1648-44A6-8086-B738AE21D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880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6E3CD-D9BA-2588-8881-832B2E58B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D540F-56A8-B803-5657-600621847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D96BE-4D73-1488-F40C-CD42D5666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67CA0-0D9F-30D7-3E2E-CFAE5A8B4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FF4A-B249-4367-89DC-172D1C004B7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DB222-555E-E95E-D3B8-92DD5FD7E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1636A-844C-6C4C-1E7D-4E523DDC4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5102-1648-44A6-8086-B738AE21D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25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9996-FFA8-EF43-D355-040F84746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7CD615-8BF0-B265-7632-6B90EE458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ADC2A-391C-26A2-EE26-60C78A182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E78C9A-F544-DF98-D5D0-ACF5C69F07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4F3158-3639-076C-D28E-896C2631E9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5A4DB2-C1C9-2C42-CDF5-C10C86055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FF4A-B249-4367-89DC-172D1C004B7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FCFC63-E1B8-6679-BD2B-6FA5ACABD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9153B3-42AB-CB9E-8E77-2B00766A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5102-1648-44A6-8086-B738AE21D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6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63500-675E-0F59-00F2-E44EC060A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95B17F-96B7-1B8A-B338-C1066EEF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FF4A-B249-4367-89DC-172D1C004B7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489D1B-8AA5-336A-1D14-D614D8C4C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943C5-EDE5-F245-DB64-524CC2A06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5102-1648-44A6-8086-B738AE21D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347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8E8B69-4BEA-E9FB-C15E-A328A4026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FF4A-B249-4367-89DC-172D1C004B7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2D3EF6-ECC5-FA58-B4CF-D233A5DE5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C98EC-AA6E-676E-92A4-DA3F50339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5102-1648-44A6-8086-B738AE21D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59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6B184-EC5C-0EE8-CE14-B1BAD6992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D109C-C718-CA15-893A-75865F9A9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C4EAA-9ABF-A39E-811D-1AA2CB1B6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31F1C-C14B-2D3C-1E4D-7D8955C4A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FF4A-B249-4367-89DC-172D1C004B7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C2D97-F6DE-0705-C1C2-3A422A265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2E6FD-F981-56E5-B9C4-25DA4756F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5102-1648-44A6-8086-B738AE21D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302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F4B34-D9B8-9FDD-7149-175ED7900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7437A-8C03-5F16-62AC-EA6B7E743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C9B91-D8EB-3615-9832-D652123FF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E2999-9533-5847-2D95-8C3DD2FE6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FF4A-B249-4367-89DC-172D1C004B7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FFB88-7CC8-F9B5-80D2-6CA3ED24C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298C5-D3F0-334E-844E-6E46A7695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5102-1648-44A6-8086-B738AE21D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68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39643-E5FB-5FF7-085C-93CF4264D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74D7BB-5F1C-FE4B-925E-C7432E1E9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C3B43-E094-B579-B956-099FB7915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FF4A-B249-4367-89DC-172D1C004B7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B8073-69D6-12C1-3354-6AC33BF88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BF4BB-5E55-7B98-8AFE-F8C54D60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5102-1648-44A6-8086-B738AE21D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483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41322E-01BE-E6DD-005B-6A196138F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9B9B8-1273-B9D3-28F1-B96FAFA56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18B39-5011-ECAE-F692-9501FABEB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FF4A-B249-4367-89DC-172D1C004B7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F8726-D1AB-B2B6-DE3C-D3764D60F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C5C3A-A8FC-40C4-86BA-0AA632323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5102-1648-44A6-8086-B738AE21D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788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EDC1E5-4567-FD57-C23D-4FF6576DA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14AF0-8EDA-568C-B850-009433240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019EA-C380-B654-007D-45BEEDF7C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9FF4A-B249-4367-89DC-172D1C004B7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B0F3B-53F4-DEC7-84CA-EE65C2745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0CCAE-47D0-91BF-0D51-42DBA715FA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25102-1648-44A6-8086-B738AE21D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39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1E735-8C8B-294E-0EC7-5A9EE01BD3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365E93-A2A5-AD00-68D4-6ACBC9DD1A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" name="Audio 23">
            <a:hlinkClick r:id="" action="ppaction://media"/>
            <a:extLst>
              <a:ext uri="{FF2B5EF4-FFF2-40B4-BE49-F238E27FC236}">
                <a16:creationId xmlns:a16="http://schemas.microsoft.com/office/drawing/2014/main" id="{5E610AAB-2ED5-47B1-DEAB-AAE917C0DFF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78557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07"/>
    </mc:Choice>
    <mc:Fallback>
      <p:transition spd="slow" advTm="89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AACD-FEFD-6EA3-02C3-E393BC747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 server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B24AF-5D10-0530-B7B2-D92C86CCB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Production</a:t>
            </a:r>
          </a:p>
          <a:p>
            <a:r>
              <a:rPr lang="en-US" dirty="0"/>
              <a:t>Staging</a:t>
            </a:r>
          </a:p>
          <a:p>
            <a:r>
              <a:rPr lang="en-US" dirty="0"/>
              <a:t>Testing</a:t>
            </a:r>
          </a:p>
          <a:p>
            <a:endParaRPr lang="en-US" dirty="0"/>
          </a:p>
        </p:txBody>
      </p:sp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C11B8B76-647D-9CA0-8F0D-EC22F4C272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47243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899"/>
    </mc:Choice>
    <mc:Fallback>
      <p:transition spd="slow" advTm="78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03BDF-541B-94A7-3CE1-F8097CAC8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1FFA3-A868-AD95-74CC-A29A108CE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changed when a release happens</a:t>
            </a:r>
          </a:p>
          <a:p>
            <a:r>
              <a:rPr lang="en-US" dirty="0"/>
              <a:t>Should always be working after first release</a:t>
            </a:r>
          </a:p>
          <a:p>
            <a:r>
              <a:rPr lang="en-US" dirty="0"/>
              <a:t>Very few people have access to this server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4F62A77D-CEA3-E562-E91D-0D3B6FC8B0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40833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137"/>
    </mc:Choice>
    <mc:Fallback>
      <p:transition spd="slow" advTm="241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9F48-6C95-E00E-FE4E-43E2F450F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3A6D9-E648-3549-B819-A4EDF3F7B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make sure the solution works on staging before pushed to production</a:t>
            </a:r>
          </a:p>
          <a:p>
            <a:r>
              <a:rPr lang="en-US" dirty="0"/>
              <a:t>If done correctly, things that break should be caught on this server and not production</a:t>
            </a:r>
          </a:p>
          <a:p>
            <a:r>
              <a:rPr lang="en-US" dirty="0"/>
              <a:t>Similar access level to production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D496CB30-41EF-FC4B-9A3B-8F5FC0F496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58524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971"/>
    </mc:Choice>
    <mc:Fallback>
      <p:transition spd="slow" advTm="259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C7619-2F48-45C8-9872-257163E26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ADC2B-E7C9-3872-4181-9C0F58E51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where feature branch testing should be done if it can not be done locally</a:t>
            </a:r>
          </a:p>
          <a:p>
            <a:r>
              <a:rPr lang="en-US" dirty="0"/>
              <a:t>Each dev member should have access to testing </a:t>
            </a:r>
          </a:p>
        </p:txBody>
      </p: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13786613-BFAB-4D52-6E95-14E29DE9B38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380275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295"/>
    </mc:Choice>
    <mc:Fallback>
      <p:transition spd="slow" advTm="322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D4791-B770-FD67-EBB3-57F819CA3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Suggested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09D21-826D-94DC-F92A-E1BDA2D18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Owner</a:t>
            </a:r>
          </a:p>
          <a:p>
            <a:r>
              <a:rPr lang="en-US" dirty="0"/>
              <a:t>Admin</a:t>
            </a:r>
          </a:p>
          <a:p>
            <a:r>
              <a:rPr lang="en-US" dirty="0"/>
              <a:t>Dev</a:t>
            </a: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5245D40B-030C-0191-A7FB-4C05FA6280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39682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863"/>
    </mc:Choice>
    <mc:Fallback>
      <p:transition spd="slow" advTm="358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FDE64-18B6-32D2-98AE-FA9D3F2E1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4855B-E94A-9E31-619C-C7B423D40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Server not able to reach the internet</a:t>
            </a:r>
          </a:p>
          <a:p>
            <a:r>
              <a:rPr lang="en-US" dirty="0"/>
              <a:t>Server can not display games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016B047A-8F96-6BAC-3C13-8BD424EF99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02630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504"/>
    </mc:Choice>
    <mc:Fallback>
      <p:transition spd="slow" advTm="105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F38F6-65C4-139A-9AED-CE6B28CFB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Problem:Server</a:t>
            </a:r>
            <a:r>
              <a:rPr lang="en-US" dirty="0"/>
              <a:t> can not reach internet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DAB4F-FFF9-1665-D8A8-D449848C2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 networking problem. </a:t>
            </a:r>
          </a:p>
          <a:p>
            <a:r>
              <a:rPr lang="en-US" dirty="0"/>
              <a:t>Use an </a:t>
            </a:r>
            <a:r>
              <a:rPr lang="en-US" dirty="0" err="1"/>
              <a:t>elatic</a:t>
            </a:r>
            <a:r>
              <a:rPr lang="en-US" dirty="0"/>
              <a:t> IP, with auto assign public IP on. Make an internet gateway and attach it to your VPC</a:t>
            </a:r>
          </a:p>
          <a:p>
            <a:r>
              <a:rPr lang="en-US" dirty="0"/>
              <a:t> in your route tables, make sure 0.0.0.0/0 is in there</a:t>
            </a:r>
          </a:p>
          <a:p>
            <a:r>
              <a:rPr lang="en-US" dirty="0"/>
              <a:t>Ensure your EC2 instance is in a </a:t>
            </a:r>
            <a:r>
              <a:rPr lang="en-US" b="1" dirty="0"/>
              <a:t>public subnet</a:t>
            </a:r>
            <a:r>
              <a:rPr lang="en-US" dirty="0"/>
              <a:t> (a subnet with a route to the IGW)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6E249143-4D1C-4C65-2227-0A183FE9158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14274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119"/>
    </mc:Choice>
    <mc:Fallback>
      <p:transition spd="slow" advTm="291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5B58F6-6BB3-5484-04DE-2B3808A85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16" y="643467"/>
            <a:ext cx="10870368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D6565EAF-5CAE-3185-AF3E-A37140CC7D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27266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133"/>
    </mc:Choice>
    <mc:Fallback>
      <p:transition spd="slow" advTm="661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6F90-13D0-E7CC-A9C2-198ECBB6A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Problem:Server</a:t>
            </a:r>
            <a:r>
              <a:rPr lang="en-US" dirty="0"/>
              <a:t> can not display games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B6706-7915-7921-CB85-09DB88EF9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Likely one of three issues</a:t>
            </a:r>
          </a:p>
          <a:p>
            <a:endParaRPr lang="en-US" dirty="0"/>
          </a:p>
          <a:p>
            <a:r>
              <a:rPr lang="en-US" dirty="0"/>
              <a:t>Ip mismatch: a lot of files require the </a:t>
            </a:r>
            <a:r>
              <a:rPr lang="en-US" dirty="0" err="1"/>
              <a:t>ip</a:t>
            </a:r>
            <a:r>
              <a:rPr lang="en-US" dirty="0"/>
              <a:t> address to match the servers. The deploy and ec2_init scripts when run should fix this</a:t>
            </a:r>
          </a:p>
          <a:p>
            <a:r>
              <a:rPr lang="en-US" dirty="0"/>
              <a:t>Ports no open: Look at the slide before to be sure the right ports are open</a:t>
            </a:r>
          </a:p>
          <a:p>
            <a:r>
              <a:rPr lang="en-US" dirty="0"/>
              <a:t>Docker compose not done: make sure you run </a:t>
            </a:r>
            <a:r>
              <a:rPr lang="sv-SE" dirty="0"/>
              <a:t>docker start $(docker ps -aq) to start all containers</a:t>
            </a:r>
          </a:p>
          <a:p>
            <a:endParaRPr lang="en-US" dirty="0"/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5D01FB6F-D78C-EEFC-EC84-39099BEE37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39576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478"/>
    </mc:Choice>
    <mc:Fallback>
      <p:transition spd="slow" advTm="664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252</Words>
  <Application>Microsoft Office PowerPoint</Application>
  <PresentationFormat>Widescreen</PresentationFormat>
  <Paragraphs>34</Paragraphs>
  <Slides>10</Slides>
  <Notes>0</Notes>
  <HiddenSlides>0</HiddenSlides>
  <MMClips>10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AWS </vt:lpstr>
      <vt:lpstr>Suggest server setup</vt:lpstr>
      <vt:lpstr>Production</vt:lpstr>
      <vt:lpstr>Staging </vt:lpstr>
      <vt:lpstr>Testing</vt:lpstr>
      <vt:lpstr>Suggested roles</vt:lpstr>
      <vt:lpstr>Common problems</vt:lpstr>
      <vt:lpstr>Problem:Server can not reach internet</vt:lpstr>
      <vt:lpstr>PowerPoint Presentation</vt:lpstr>
      <vt:lpstr>Problem:Server can not display games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zach Coleman</dc:creator>
  <cp:lastModifiedBy>zach Coleman</cp:lastModifiedBy>
  <cp:revision>3</cp:revision>
  <dcterms:created xsi:type="dcterms:W3CDTF">2025-12-01T17:10:33Z</dcterms:created>
  <dcterms:modified xsi:type="dcterms:W3CDTF">2025-12-01T23:51:51Z</dcterms:modified>
</cp:coreProperties>
</file>